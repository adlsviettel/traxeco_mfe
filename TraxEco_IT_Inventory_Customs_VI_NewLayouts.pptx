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971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THÔNG TƯ PER-24/BC/2023 CỦA HẢI QUAN INDONESIA</a:t>
            </a:r>
          </a:p>
          <a:p>
            <a:pPr>
              <a:spcAft>
                <a:spcPts val="10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BÁO CÁO THUYẾT MINH MỨC ĐỘ ĐÁP ỨNG QUY ĐỊNH IT INVENTORY</a:t>
            </a:r>
          </a:p>
          <a:p>
            <a:pPr>
              <a:spcAft>
                <a:spcPts val="1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Trích dẫn Pháp lý PER-24/BC/2023 &amp; Giải pháp Thực tế tại Nhà máy TSI / TraxEco</a:t>
            </a:r>
          </a:p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Bộ phận Quản lý Kho &amp; Kế toán Nhà máy | Công ty TSI / TraxEco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34134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100% SỔ SÁCH KẾ TOÁN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Tích hợp trực tiếp từ Sổ Kế toán Nhà máy AXDB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297680"/>
            <a:ext cx="34134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CA ĐÊM 5:00 AM CUTOFF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Khớp sản lượng ca đêm 100% với bãi kho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297680"/>
            <a:ext cx="34134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KHÓA PUSH CEISA 4.0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Loại bỏ hoàn toàn rủi ro truyền nhầm INSW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MỤC 01 • PASAL 2(2) &amp; 4(1)E</a:t>
            </a:r>
          </a:p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Tích hợp Hệ thống Thông tin Kế toán &amp; Vòng đời Vật tư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24990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01. MUA NVL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Nhập kho theo Tờ khai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234440"/>
            <a:ext cx="24990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02. WIP LINE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Xuất kho dùng Sản xuất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24990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03. THÀNH PHẨM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Nhập kho Thành phẩm FG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234440"/>
            <a:ext cx="24990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04. PHẾ LIỆU &amp; OPNAME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Báo phế &amp; Chốt kiểm kê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728655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10545775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12648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📷 Hình 1: Dashboard IT Inventory tích hợp trực tiếp Sổ sách Kế toán Nhà máy (Sistem Informasi Akuntansi)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MỤC 02 • PASAL 4(1)B.3</a:t>
            </a:r>
          </a:p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Chuẩn hóa Kode Barang, HS Code &amp; Phân loại Nguồn gốc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2918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E11D48"/>
                </a:solidFill>
                <a:latin typeface="Segoe UI"/>
              </a:defRPr>
            </a:pPr>
            <a:r>
              <a:t>📜 QUY ĐỊNH HẢI QUAN</a:t>
            </a:r>
            <a:br/>
            <a:r>
              <a:t>(PASAL 4 (1)b.3)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Mã hàng hóa (Kode Barang) phải DÙNG NHẤT QUÁN giữa Tờ khai Hải quan và Sổ kho IT Inventory.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Phải phân biệt rõ ràng Hàng nhập khẩu (Impor) vs Hàng mua nội địa (TLDDP).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Phải phân biệt Hàng gia công sản xuất (Pengolahan) vs Hàng kho vận (Logistik).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234440"/>
            <a:ext cx="32918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✅ IT INVENTORY ĐÁP ỨNG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✔ Danh mục Vật tư chuẩn hóa Kode Barang trùng khớp 100% với Tờ khai Hải quan.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✔ Tự động áp mã HS Code &amp; Đơn vị tính chuẩn Hải quan (PCS, YRD, KGM, Mét...).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✔ Phân loại Nguồn gốc Nhập khẩu vs Nội địa rõ ràng trên từng dòng chứng từ.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234440"/>
            <a:ext cx="3779215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rfect_master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25880"/>
            <a:ext cx="3596335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6035040"/>
            <a:ext cx="3596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📷 Hình 2: Danh mục Master Data Kode Barang, HS Code &amp; Origin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MỤC 03 • PASAL 4(1)C</a:t>
            </a:r>
          </a:p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Ghi nhận 7 Loại Giao dịch Kho &amp; Chốt sổ Ca đêm 5:00 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728655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📌 THUẬT TOÁN CHỐT SỔ CA ĐÊM 5:00 AM (SHIFT CUTOFF FORMULA)</a:t>
            </a:r>
          </a:p>
          <a:p>
            <a:pPr>
              <a:spcAft>
                <a:spcPts val="4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Công thức chốt sổ kho AXDB: DATEADD(hour, -5, t.MODIFIEDDATETIME)  |  Khung giờ: 05:00 AM Hôm nay ➔ 05:00 AM Hôm sau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Đảm bảo toàn bộ sản lượng sản xuất ca đêm qua 12h đêm được gom chốt chính xác 100% với số lượng bãi kho khi Hải quan kiểm kê.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34640"/>
            <a:ext cx="10728655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1054577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MỤC 04 • PASAL 4(1)B.1 &amp; B.2</a:t>
            </a:r>
          </a:p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Liên kết Tờ khai Hải quan &amp; Tự động Khóa Push CEISA 4.0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728655" cy="1371600"/>
          </a:xfrm>
          <a:prstGeom prst="roundRect">
            <a:avLst/>
          </a:prstGeom>
          <a:solidFill>
            <a:srgbClr val="FEF2F2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E11D48"/>
                </a:solidFill>
                <a:latin typeface="Segoe UI"/>
              </a:defRPr>
            </a:pPr>
            <a:r>
              <a:t>🔒 QUY TRÌNH AN TOÀN DỮ LIỆU: TỰ ĐỘNG KHÓA PUSH CEISA 4.0 (NON-INSW)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Hệ thống tự động phân loại các tờ khai loại hình CEISA 4.0 (BC 2.7, BC 4.1, BC 2.6.1, BC 2.5), gắn nhãn 🔒 CEISA (Non-INSW) và TỰ ĐỘNG KHÓA nút Push INSW để loại bỏ 100% rủi ro nhân viên thao tác truyền nhầm.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0728655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fect_pemasu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1054577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MỤC 05 • PASAL 3(1), 4(1)A, D</a:t>
            </a:r>
          </a:p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Kết nối Dữ liệu Tự động &amp; Lưu Lịch sử &gt;2 Năm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411480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spcAft>
                <a:spcPts val="1000"/>
              </a:spcAft>
              <a:defRPr sz="1150" b="1">
                <a:solidFill>
                  <a:srgbClr val="2563EB"/>
                </a:solidFill>
                <a:latin typeface="Segoe UI"/>
              </a:defRPr>
            </a:pPr>
            <a:r>
              <a:t>📊 TIÊU CHUẨN AUDIT LOG HẢI QUAN</a:t>
            </a:r>
            <a:br/>
            <a:r>
              <a:t>(PASAL 3 (1), PASAL 4 (1)a, d &amp; PASAL 5)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1. LƯU LỊCH SỬ &gt;2 NĂM</a:t>
            </a:r>
            <a:br/>
            <a:r>
              <a:t>Tra cứu tức thì trong 2 giây phục vụ Kiểm tra đột xuất của Hải quan (Pasal 5c).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2. KẾT NỐI TỰ ĐỘNG</a:t>
            </a:r>
            <a:br/>
            <a:r>
              <a:t>Tích hợp Cổng Kết nối truyền nhận dữ liệu trực tiếp với Cổng Hải quan.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3. NHẬT KÝ KHÔNG SỬA ĐỔI</a:t>
            </a:r>
            <a:br/>
            <a:r>
              <a:t>Lưu vết 100% lịch sử giao dịch (Ngày giờ, Tài khoản, Mã xác nhận Hải quan).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234440"/>
            <a:ext cx="6430975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fect_insw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25880"/>
            <a:ext cx="624809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MỤC 06 • PASAL 7</a:t>
            </a:r>
          </a:p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Kịch bản Thẩm định Trực tiếp &amp; Kết luận Đạt Tiêu chuẩn Hải quan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28523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🎯 KỊCH BẢN TRA CỨU TẠI CHỖ (2S)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Kính mời Cán bộ Hải quan / BGD chọn ngẫu nhiên 1 Mã hàng hoặc Tờ khai để gõ vào ô Tìm kiếm đối soát ngay.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325880"/>
            <a:ext cx="528523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📊 ĐỐI SOÁT SỔ KẾ TOÁN VS BÃI KHO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Số liệu thống nhất 100% giữa Sổ sách Kế toán Nhà máy (AXDB), Phần mềm IT Inventory và bãi kho thực tế.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28523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📜 THỎA MÃN NGHỊ ĐỊNH PER-24/BC/2023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Đáp ứng trọn vẹn 5 Tiêu chuẩn Kriteria Pendayagunaan IT Inventory theo quy định của Cục Hải quan.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840480"/>
            <a:ext cx="528523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🏆 KẾT LUẬN ĐỦ ĐIỀU KIỆN CAP QUYẾT ĐỊNH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Đủ điều kiện nhận Quyết định Penetapan IT Inventory từ Cục Trưởng Cục Hải quan!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