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INDONESIAN CUSTOMS REGULATION PER-24/BC/2023</a:t>
            </a:r>
          </a:p>
          <a:p>
            <a:pPr>
              <a:spcAft>
                <a:spcPts val="1000"/>
              </a:spcAft>
              <a:defRPr sz="2400" b="1">
                <a:solidFill>
                  <a:srgbClr val="0F172A"/>
                </a:solidFill>
                <a:latin typeface="Segoe UI"/>
              </a:defRPr>
            </a:pPr>
            <a:r>
              <a:t>IT INVENTORY SYSTEM CUSTOMS AUDIT COMPLIANCE REPORT</a:t>
            </a:r>
          </a:p>
          <a:p>
            <a:pPr>
              <a:spcAft>
                <a:spcPts val="1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Verbatim Legal Mandates &amp; Technical Implementation at TSI / TraxEco Factory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Warehouse Management &amp; Plant Accounting Department | TSI / TraxEco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100% ACCOUNTING BOOKS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Integrated directly with Plant Accounting AXDB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29768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5:00 AM SHIFT CUTOFF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Aligns night shift production 100% with stock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29768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CEISA 4.0 PUSH LOCK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Eliminates INSW transmission errors completely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01 • PASAL 2(2) &amp; 4(1)E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Accounting System Integration &amp; Material Lifecycle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4990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01. PURCHASE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Material Receiving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234440"/>
            <a:ext cx="24990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02. WIP LINE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Production Issuance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34440"/>
            <a:ext cx="24990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03. FINISHED GOODS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FG Receiving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34440"/>
            <a:ext cx="24990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04. SCRAP &amp; OPNAME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Scrap &amp; Stock Opname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72865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10545775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2648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Figure 1: IT Inventory Dashboard Integrated with Plant Accounting Information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02 • PASAL 4(1)B.3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Kode Barang, HS Code &amp; Origin Standardization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2918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E11D48"/>
                </a:solidFill>
                <a:latin typeface="Segoe UI"/>
              </a:defRPr>
            </a:pPr>
            <a:r>
              <a:t>📜 CUSTOMS MANDATE</a:t>
            </a:r>
            <a:br/>
            <a:r>
              <a:t>(PASAL 4 (1)b.3)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Item Code (Kode Barang) MUST be used CONSISTENTLY between Declarations &amp; IT Inventory.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Must clearly distinguish Import Goods (Impor) vs Local Goods (TLDDP).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Must distinguish Manufacturing Processing vs Logistics.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234440"/>
            <a:ext cx="32918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✅ IT INVENTORY SOLUTION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Master Data Item Catalog 100% consistent with Customs Declarations.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Automated mapping of Customs HS Codes &amp; Standard UOMs (PCS, YRD, KGM...).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✔ Explicit origin tagging (Import vs Local) on all transaction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234440"/>
            <a:ext cx="3779215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25880"/>
            <a:ext cx="3596335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6035040"/>
            <a:ext cx="35963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Segoe UI"/>
              </a:defRPr>
            </a:pPr>
            <a:r>
              <a:t>Figure 2: Master Data Catalog Item Codes, HS Codes &amp; Origin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03 • PASAL 4(1)C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Recording 7 Inventory Categories &amp; 5:00 AM Shift Cutoff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28655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📌 5:00 AM SHIFT CUTOFF RATIONALE FORMULA</a:t>
            </a:r>
          </a:p>
          <a:p>
            <a:pPr>
              <a:spcAft>
                <a:spcPts val="4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AXDB Cutoff Formula: DATEADD(hour, -5, t.MODIFIEDDATETIME)  |  Time Window: 05:00 AM Target Date ➔ 05:00 AM Next Day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Guarantees 100% alignment between software inventory records and physical warehouse stock during customs audits.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10728655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10545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04 • PASAL 4(1)B.1 &amp; B.2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Customs Declaration Linkage &amp; CEISA 4.0 Push Lock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28655" cy="1371600"/>
          </a:xfrm>
          <a:prstGeom prst="roundRect">
            <a:avLst/>
          </a:prstGeom>
          <a:solidFill>
            <a:srgbClr val="FEF2F2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E11D48"/>
                </a:solidFill>
                <a:latin typeface="Segoe UI"/>
              </a:defRPr>
            </a:pPr>
            <a:r>
              <a:t>🔒 DATA INTEGRITY CONTROL: AUTOMATIC CEISA 4.0 (NON-INSW) PUSH LOCK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System automatically tags CEISA 4.0 declarations (BC 2.7, BC 4.1, BC 2.6.1, BC 2.5) with 🔒 CEISA (Non-INSW) and AUTOMATICALLY LOCKS the INSW Push action to eliminate human error.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728655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105457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05 • PASAL 3(1), 4(1)A, D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Automated Data Connection &amp; &gt;2 Years Audit Traceability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411480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spcAft>
                <a:spcPts val="1000"/>
              </a:spcAft>
              <a:defRPr sz="1150" b="1">
                <a:solidFill>
                  <a:srgbClr val="2563EB"/>
                </a:solidFill>
                <a:latin typeface="Segoe UI"/>
              </a:defRPr>
            </a:pPr>
            <a:r>
              <a:t>📊 CUSTOMS AUDIT TRAIL STANDARD</a:t>
            </a:r>
            <a:br/>
            <a:r>
              <a:t>(PASAL 3 (1), PASAL 4 (1)a, d &amp; PASAL 5)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1. &gt;2 YEARS HISTORY</a:t>
            </a:r>
            <a:br/>
            <a:r>
              <a:t>Sub-2-second data retrieval serving unannounced Customs Spot Audits.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2. AUTOMATED DATA GATEWAY</a:t>
            </a:r>
            <a:br/>
            <a:r>
              <a:t>Integrated Automated Transmission Gateway directly with Customs Portal.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3. IMMUTABLE LOGGING</a:t>
            </a:r>
            <a:br/>
            <a:r>
              <a:t>100% transaction logging (Timestamps, User Accounts, Gateway Confirmation).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234440"/>
            <a:ext cx="6430975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MỤC 06 • PASAL 7</a:t>
            </a:r>
          </a:p>
          <a:p>
            <a:pPr>
              <a:defRPr sz="1900" b="1">
                <a:solidFill>
                  <a:srgbClr val="0F172A"/>
                </a:solidFill>
                <a:latin typeface="Segoe UI"/>
              </a:defRPr>
            </a:pPr>
            <a:r>
              <a:t>Live Verification Script &amp; Compliance Approval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28523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🎯 LIVE SEARCH DEMO (2 SECONDS)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Invite Customs Officers to pick any random Item Code or Declaration No. to search and verify live.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25880"/>
            <a:ext cx="528523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📊 ACCOUNTING BOOKS VS STOCK ALIGNMENT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100% data consistency across Plant Accounting Books, IT Inventory Software &amp; Physical Stock.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8523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📜 PER-24/BC/2023 FULL SATISFACTION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Meets 100% of all 5 mandatory IT Inventory Utilization Criteria required by Customs.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285232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🏆 QUALIFIED FOR CUSTOMS PENETAPAN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Fully qualified to receive the official Penetapan IT Inventory Approval Decision from Customs!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