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2743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CỘNG HÒA INDONESIA • THÔNG TƯ NGHỊ ĐỊNH HẢI QUAN PER-24/BC/2023</a:t>
            </a:r>
          </a:p>
          <a:p>
            <a:pPr>
              <a:spcAft>
                <a:spcPts val="12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BÁO CÁO THUYẾT MINH MỨC ĐỘ ĐÁP ỨNG QUY ĐỊNH IT INVENTORY</a:t>
            </a:r>
          </a:p>
          <a:p>
            <a:pPr>
              <a:spcAft>
                <a:spcPts val="24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Trích dẫn Nguyên văn Quy định Pháp lý PER-24/BC/2023 &amp; Báo cáo Nghiệp vụ Kiểm toán Kho</a:t>
            </a:r>
          </a:p>
          <a:p>
            <a:pPr>
              <a:defRPr sz="1200" b="1">
                <a:solidFill>
                  <a:srgbClr val="1E3A8A"/>
                </a:solidFill>
                <a:latin typeface="Segoe UI"/>
              </a:defRPr>
            </a:pPr>
            <a:r>
              <a:t>Bộ phận Quản lý Kho &amp; Kế toán Nhà máy | Công ty TSI / TraxEco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3413455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100% SỔ SÁCH KẾ TOÁN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Tích hợp trực tiếp từ Sổ Kế toán AXDB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389120"/>
            <a:ext cx="3413455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CA ĐÊM 5:00 AM CUTOFF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Khớp sản lượng ca đêm 100% với bãi kho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389120"/>
            <a:ext cx="3413455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KHÓA PUSH CEISA 4.0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Loại bỏ rủi ro truyền nhầm dữ liệu INSW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00 • 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MỤC LỤC BÁO CÁO THUYẾT MINH HẢI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01. TÍCH HỢP HỆ THỐNG KẾ TOÁN ERP (SISTEM INFORMASI AKUNTANSI)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Điều 2(2) &amp; 4(1)e: Đồng bộ Sổ Kế toán AXDB &amp; Vòng đời Vật tư khép kín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1732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02. CHUẨN HÓA MÃ HÀNG KODE BARANG &amp; NGUỒN GỐC HÀNG HÓA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Điều 4(1)b.3: Nhất quán Kode Barang Tờ khai, Mã HS Code &amp; Impor vs TLDDP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03. QUẢN LÝ 7 LOẠI GIAO DỊCH KHO &amp; CHỐT SỔ CA ĐÊM 5:00 AM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Điều 4(1)c: Quản lý 7 loại danh mục &amp; Thuật toán Shift Cutoff 5:00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06324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04. LIÊN KẾT TỜ KHAI HẢI QUAN &amp; KHÓA CHỨNG TỪ CEISA 4.0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Điều 4(1)b.1 &amp; b.2: Lưu trữ Tờ khai gốc &amp; Tự động khóa nút Push INSW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05. KẾT NỐI DỮ LIỆU TỰ ĐỘNG &amp; LƯU TRỮ LỊCH SỬ &gt;2 NĂM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Điều 3(1), 4(1)a,d &amp; 5: Cổng kết nối dữ liệu Hải quan &amp; Audit Log &gt;2 năm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70916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06. KỊCH BẢN THẨM ĐỊNH TẠI CHỖ &amp; KẾT LUẬN ĐẠT TIÊU CHUẨN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Điều 7: Tra cứu 2 giây, Khớp 100% Sổ Kế toán vs Bãi kho, Cấp Quyết định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01 • PASAL 2(2) &amp; PASAL 4(1)E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Tích hợp Hệ thống Thông tin Kế toán &amp; Vòng đời Vật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Bắt buộc là Phân hệ thuộc Hệ thống Kế toán ERP nhà máy.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Phục vụ lập Báo cáo Tài chính &amp; Hải quan kiểm tra.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Tích hợp trực tiếp CSDL Sổ Kế toán AXDB ERP.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Tự động hóa khép kín: Mua ➔ WIP ➔ FG ➔ Báo phế ➔ Opname.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Đồng bộ 100% số liệu, loại bỏ file Excel thủ công.</a:t>
            </a:r>
          </a:p>
        </p:txBody>
      </p:sp>
      <p:pic>
        <p:nvPicPr>
          <p:cNvPr id="6" name="Picture 5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02 • PASAL 4(1)B.3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Chuẩn hóa Mã hàng, HS Code &amp; Nguồn gốc Hàng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Kode Barang dùng NHẤT QUÁN với Tờ khai Hải quan.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Phân biệt rõ Hàng Nhập khẩu vs Hàng Nội địa (TLDDP).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Phân biệt Hàng Chế biến (Pengolahan) vs Kho vận (Logistik).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Trùng khớp 100% Kode Barang với Tờ khai Hải quan.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Chuẩn hóa Mã HS Code &amp; Đơn vị tính (PCS, YRD, KGM...).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Gán nhãn rõ Nguồn gốc Nhập khẩu vs Nội địa trên chứng từ.</a:t>
            </a:r>
          </a:p>
        </p:txBody>
      </p:sp>
      <p:pic>
        <p:nvPicPr>
          <p:cNvPr id="6" name="Picture 5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03 • PASAL 4(1)C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Ghi nhận 7 Loại Giao dịch Kho &amp; Chốt sổ Ca đêm 5:00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Ghi nhận đủ 7 Danh mục: NVL, WIP, FG, Scrap, Opname...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Số liệu kế toán ghi nhận khớp 100% bãi kho thực tế.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Quản lý đủ 7 danh mục giao dịch kho theo quy định.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Quy trình Cutoff 5:00 AM theo ca sản xuất thực tế.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Sản lượng ca đêm khớp 100% khi Hải quan kiểm kê.</a:t>
            </a:r>
          </a:p>
        </p:txBody>
      </p:sp>
      <p:pic>
        <p:nvPicPr>
          <p:cNvPr id="6" name="Picture 5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04 • PASAL 4(1)B.1 &amp; B.2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Liên kết Tờ khai Hải quan &amp; Tự động Khóa Push CEISA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Liên kết Tờ khai Hải quan &amp; Phiếu xuất/chuyển kho.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Nghiêm cấm đẩy nhầm chứng từ CEISA 4.0 lên Cổng INSW.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Tự động lưu Số/Ngày Tờ khai &amp; File PDF chứng từ gốc.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Gắn nhãn 🔒 CEISA (Non-INSW) &amp; TỰ ĐỘNG KHÓA nút Push INSW.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Lưu trữ trọn vẹn kho hồ sơ IT Inventory phục vụ tra cứu.</a:t>
            </a:r>
          </a:p>
        </p:txBody>
      </p:sp>
      <p:pic>
        <p:nvPicPr>
          <p:cNvPr id="6" name="Picture 5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05 • PASAL 3(1) &amp; PASAL 4(1)A,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Kết nối Dữ liệu Tự động &amp; Lưu Lịch sử &gt;2 Năm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Lưu trữ lịch sử giao dịch tối thiểu 2 năm trở về trước.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Kết nối truyền nhận dữ liệu tự động với Cổng Hải quan.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Lưu trữ lịch sử &gt;2 năm, tra cứu tức thì trong 2 giây.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Kết nối tự động truyền nhận dữ liệu với Cổng Hải quan.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Nhật ký Audit Log 100% không thể sửa đổi.</a:t>
            </a:r>
          </a:p>
        </p:txBody>
      </p:sp>
      <p:pic>
        <p:nvPicPr>
          <p:cNvPr id="6" name="Picture 5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06 • PASAL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Kịch bản Thẩm định Trực tiếp &amp; Kết luận Đạt Tiêu chuẩn Hải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🎯 KỊCH BẢN TRA CỨU TẠI CHỖ (2S)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Kính mời Cán bộ Hải quan / BGD chọn ngẫu nhiên 1 Mã hàng hoặc Tờ khai để gõ vào ô Tìm kiếm đối soát ngay.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6304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📊 ĐỐI SOÁT SỔ KẾ TOÁN VS BÃI KHO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Số liệu thống nhất 100% giữa Sổ sách Kế toán Nhà máy (AXDB), Phần mềm IT Inventory và bãi kho thực tế.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📜 THỎA MÃN NGHỊ ĐỊNH PER-24/BC/2023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Đáp ứng trọn vẹn 5 Tiêu chuẩn Kriteria Pendayagunaan IT Inventory theo quy định của Cục Hải quan.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84048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🏆 KẾT LUẬN ĐỦ ĐIỀU KIỆN CAP QUYẾT ĐỊNH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Đủ điều kiện nhận Quyết định Penetapan IT Inventory từ Cục Trưởng Cục Hải quan!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