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280160"/>
            <a:ext cx="999713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999713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8961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OFFICIAL CUSTOMS AUDIT REPORT (REGULATION PER-24/BC/2023)</a:t>
            </a:r>
          </a:p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BÁO CÁO MỨC ĐỘ ĐÁP ỨNG NGHỊ ĐỊNH HẢI QUAN PER-24/BC/2023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Báo cáo Thuyết minh Nghiệp vụ Kiểm toán Kho &amp; Quản lý Vật tư IT Inventory</a:t>
            </a:r>
          </a:p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Bộ phận Quản lý Kho &amp; Kế toán Nhà máy | Công ty TSI / TraxEco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THUỘC HỆ THỐNG KẾ TOÁN TÀI CHÍNH NHÀ MÁY (ĐIỀU 2 (2) &amp; 4 (1)e)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QUY ĐỊNH HẢI QUAN (PASAL 2 (2) &amp; PASAL 4 (1)e)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IT Inventory bắt buộc phải là Phân hệ thuộc Hệ thống Thông tin Kế toán Doanh nghiệp (Sistem Informasi Akuntansi).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Phải liên tục phục vụ lập Báo cáo Tài chính và cho phép Cơ quan Hải quan &amp; Thuế kiểm tra.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HỆ THỐNG IT INVENTORY ĐÁP ỨNG THẾ NÀO?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Tích hợp trực tiếp vào Sổ sách Kế toán Nhà máy (Microsoft Dynamics AX).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Quản lý tự động 100% luồng vật tư: Mua nguyên liệu -&gt; Xuất sản xuất -&gt; Thành phẩm -&gt; Báo phế -&gt; Kiểm kê.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Số liệu sổ sách đồng bộ liên tục, không dùng file thủ công bên ngoài.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Hình 1: Màn hình Dashboard IT Inventory tích hợp Sổ sách Kế toán Nhà máy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CHUẨN HÓA MÃ HÀNG, HS CODE &amp; NGUỒN GỐC (ĐIỀU 4 (1)b.3)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QUY ĐỊNH HẢI QUAN (PASAL 4 (1)b.3)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Mã hàng hóa (Kode Barang) phải DÙNG NHẤT QUÁN giữa Tờ khai Hải quan và Sổ kho IT Inventory.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Phải phân biệt rõ Hàng nhập khẩu (Impor) vs Hàng mua nội địa (TLDDP).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Phải phân biệt Hàng gia công (Pengolahan) vs Hàng kho vận (Logistik).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HỆ THỐNG IT INVENTORY ĐÁP ỨNG THẾ NÀO?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Danh mục Vật tư chuẩn hóa Kode Barang nhất quán 100% với Tờ khai Hải quan.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Áp mã HS Code &amp; Đơn vị tính chuẩn Hải quan (PCS, YRD, KGM, Mét...).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Phân loại rõ Nguồn gốc Hàng nhập khẩu vs Nội địa trên từng chứng từ.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Hình 2: Danh mục Master Data chuẩn hóa Kode Barang, HS Code &amp; Nguồn gốc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GHI NHẬN 7 LOẠI GIAO DỊCH KHO &amp; CHỐT SỔ 5:00 AM (ĐIỀU 4 (1)c)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QUY ĐỊNH HẢI QUAN (PASAL 4 (1)c)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Phải ghi nhận đủ 7 danh mục: Nhập/Xuất NVL, WIP, Thành phẩm, Điều chỉnh, Kiểm kê, Hàng lỗi &amp; Phế liệu.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Số liệu kế toán ghi nhận phải phản ánh đúng thực tế bãi kho.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HỆ THỐNG IT INVENTORY ĐÁP ỨNG THẾ NÀO?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Ghi nhận chính xác 7 danh mục giao dịch kho theo quy định Hải quan.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Áp dụng Quy trình Chốt sổ ca đêm 5:00 AM theo ca làm việc nhà máy.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Số liệu phần mềm khớp 100% với bãi kho thực tế khi kiểm kê.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Hình 3: Màn hình Bảng Kiểm kê Sổ kho 7 loại danh mục chuẩn Ca đêm 5:00 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LIÊN KẾT TỜ KHAI HẢI QUAN &amp; KHÓA CHỨNG TỪ CEISA 4.0 (ĐIỀU 4 (1)b.1, b.2)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QUY ĐỊNH HẢI QUAN (PASAL 4 (1)b.1 &amp; b.2)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Phải liên kết chi tiết với Tờ khai Hải quan và Phiếu xuất/chuyển kho (Surat Jalan).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Nghiêm cấm truyền nhầm chứng từ CEISA 4.0 (BC 2.7, BC 4.1...) lên Cổng INSW.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HỆ THỐNG IT INVENTORY ĐÁP ỨNG THẾ NÀO?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Tự động liên kết Số tờ khai, Ngày tờ khai &amp; File PDF chứng từ gốc.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Tự động gắn nhãn 🔒 CEISA (Non-INSW) và TỰ ĐỘNG KHÓA nút Truyền dữ liệu.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Lưu trữ trọn vẹn trong kho hồ sơ IT Inventory phục vụ tra cứu.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Hình 4: Màn hình Import Tờ khai Pemasukan chứa Nhãn cảnh báo 🔒 CEISA (Non-INSW)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KẾT NỐI DỮ LIỆU TỰ ĐỘNG &amp; LƯU LỊCH SỬ 2 NĂM (ĐIỀU 3 (1), 4 (1)a, 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QUY ĐỊNH HẢI QUAN (PASAL 3 (1), PASAL 4 (1)a, d &amp; PASAL 5)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Phải hiển thị dữ liệu và lịch sử giao dịch tối thiểu 2 năm trở về trước.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Phải có Kết nối truyền nhận dữ liệu tự động với Cổng Hải quan.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HỆ THỐNG IT INVENTORY ĐÁP ỨNG THẾ NÀO?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Lưu trữ lịch sử giao dịch không giới hạn (&gt;2 năm), tra cứu trong 2 giây.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Tích hợp Cổng Kết nối truyền nhận dữ liệu tự động trực tiếp tới Cổng Hải quan.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Lưu nhật ký lịch sử không thể sửa đổi (Ngày giờ, Tài khoản, Xác nhận Hải quan).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Hình 5: Màn hình Nhật ký Lịch sử Truyền nhận Dữ liệu &amp; Tra cứu Lịch sử (&gt;2 năm)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KỊCH BẢN KIỂM CHỨNG TRỰC TIẾP TẠI BUỔI HỌP &amp;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325880"/>
            <a:ext cx="889985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KỊCH BẢN ĐỐI SOÁT TRỰC TIẾP VỚI CÁN BỘ HẢI QUAN (ĐIỀU 7)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Kính mời Cán bộ Hải quan / BGD chọn ngẫu nhiên 1 Mã hàng hoặc 1 Số Tờ khai bất kỳ.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Nhập vào ô Tìm kiếm trên giao diện phần mềm IT Inventory.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Kiểm chứng kết quả hiển thị HS Code, Nguồn gốc Nhập khẩu/Nội địa &amp; Tồn kho trong 2 giây.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KẾT LUẬN MỨC ĐỘ ĐÁP ỨNG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100% Đạt Tiêu chuẩn Quản lý IT Inventory theo Thông tư PER-24/BC/2023.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100% Thống nhất số liệu giữa Sổ sách Kế toán, Phần mềm &amp; Bãi kho thực tế.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Đủ điều kiện nhận Quyết định Công nhận Đạt chuẩn IT Inventory của Cục Hải quan!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